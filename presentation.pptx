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B1D2-0836-DF7F-C741-1F78574B8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DA38D-59E2-3355-434D-ED0563C87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B4425-6D21-6D20-DDAF-6EEF5CA6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6334-1DCB-4990-88D7-6F079831928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F26FC-A2DE-0B5A-DC33-E394D075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D946E-9DB7-501B-1D85-70861036C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80D7-E6C8-463A-A0D5-07743B62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39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72F0-4496-D321-D8FB-FFDEE422F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04087-157D-B7DD-CD75-21D99F20D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0810B-B16C-3733-87E3-3C40B89B8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6334-1DCB-4990-88D7-6F079831928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64CCD-D07D-5DEE-BD06-3C0AF6C9D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4AA5A-8611-DDD4-4395-85075520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80D7-E6C8-463A-A0D5-07743B62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6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775AF-B08B-B427-5A40-502A010B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7F85E-12CF-43B3-E424-FA1B4C19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C6FDC-6E1D-6DB0-3924-A4B8F36E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6334-1DCB-4990-88D7-6F079831928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4A7C0-666D-60E7-114C-DE952688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E8BA7-0528-ED50-1AE2-58F0CAF72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80D7-E6C8-463A-A0D5-07743B62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45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D26A-5F26-525F-8587-00634D30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D3D06-3632-CA72-2AF0-D85836FFD1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02B0D-4531-C60E-52DA-575ED55A9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79ED1-EEE4-4057-180A-7A0FA85C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6334-1DCB-4990-88D7-6F079831928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BDB94-5B65-DCCB-FD03-D5AEC5726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34BC8-B74B-08FD-AEB0-F5DA4EDA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80D7-E6C8-463A-A0D5-07743B62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4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55F1-0542-7C34-6307-F05B05B50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C07FE-774A-D253-8FDF-BB76BB7E5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C50C5-D200-154A-EB6F-CEE97DFCB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CC6C1C-6E82-D976-1323-430F100E4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946EBD-62E5-33AF-37CC-086CCF5B7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8DD03-76D2-DB69-9146-34ABCCAB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6334-1DCB-4990-88D7-6F079831928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A06A24-9CB1-74AE-8AD6-6E2814706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844CBD-A010-DABC-2094-71BD2029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80D7-E6C8-463A-A0D5-07743B62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4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AE56A-56D4-62B5-6774-07E5A9428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E6D55-1FD5-A753-BB44-DEAB7AD6F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6334-1DCB-4990-88D7-6F079831928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9C8A2-AE6F-1335-430B-3E556D39C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619B6-0B18-55B4-E28C-154ED7092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80D7-E6C8-463A-A0D5-07743B62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7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9A7F8-4F80-FACD-5FF8-55707056D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6334-1DCB-4990-88D7-6F079831928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B0FEF-60DF-6AC4-9A84-0A64D218B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A980B-0FBE-D197-5FB8-A7ACDF00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80D7-E6C8-463A-A0D5-07743B62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9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B738-EC95-24E3-FDAA-EA2AB5CFA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663B9-D39E-957C-5189-9BCF71DCF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140DB-FC6A-EAE3-95A8-290173772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8319F-8899-AE59-DDBB-C86529C8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6334-1DCB-4990-88D7-6F079831928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102D1-3A7B-DDD5-CA34-75FE7540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470D9-7012-5701-78DD-8E2FD08C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80D7-E6C8-463A-A0D5-07743B62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46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E99D-700B-D34D-60A2-0D4AF7EF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C249D-0195-124C-2683-8C400A290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CBD2A-6EE7-249C-64EC-957CF99E5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BED49-A0EE-8133-6574-8E88B194B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6334-1DCB-4990-88D7-6F079831928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0E407-6608-CED0-82EE-5A27AF4F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868C0-7C86-D6D5-9546-9EAD13B36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80D7-E6C8-463A-A0D5-07743B62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7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0C35-7B56-BAE5-95AB-FA4674F9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1D491-C598-A753-71EC-B43863497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EA3C3-A922-5BE8-C853-FD550636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6334-1DCB-4990-88D7-6F079831928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08BF9-D7DD-D3F3-C120-355B3F1A0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3C24F-536B-E1D3-987C-E9EEE04D5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80D7-E6C8-463A-A0D5-07743B62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29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1F42DB-9717-139D-B8A5-5626E339C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6AF13-32C7-56CB-0E46-39B893DCC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1D6B6-E4BB-9040-4464-AED2A5003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66334-1DCB-4990-88D7-6F079831928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9365C-1DE4-F315-D4D6-A6DF1A2D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20043-1051-B448-75E7-1396FA4B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80D7-E6C8-463A-A0D5-07743B62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87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8C9FBB-7448-0D1F-51E8-84F84AAC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42152-1D31-622D-0FE5-5A9E7B9C8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27AE4-3E31-0CE0-B164-3914355C4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66334-1DCB-4990-88D7-6F079831928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071D7-5065-DFD5-FF71-53FDC8657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B7913-6DBC-0083-671E-5EC2D387D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BE80D7-E6C8-463A-A0D5-07743B62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680B-DDF4-FB38-0AAF-2108EB9694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PastureAI-Image2Biomass-Prediction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3824A-EEA4-16D3-1F87-0C893537A0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b="1" dirty="0"/>
              <a:t>Team: CropTuners</a:t>
            </a:r>
          </a:p>
          <a:p>
            <a:r>
              <a:rPr lang="en-US" sz="2000" dirty="0"/>
              <a:t>Muhammad Ali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(ali72@illinois.edu)</a:t>
            </a:r>
          </a:p>
          <a:p>
            <a:r>
              <a:rPr lang="en-US" sz="2000" dirty="0"/>
              <a:t>Lora Mohanty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(loram3@illinois.edu)</a:t>
            </a:r>
          </a:p>
        </p:txBody>
      </p:sp>
    </p:spTree>
    <p:extLst>
      <p:ext uri="{BB962C8B-B14F-4D97-AF65-F5344CB8AC3E}">
        <p14:creationId xmlns:p14="http://schemas.microsoft.com/office/powerpoint/2010/main" val="686972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28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PastureAI-Image2Biomass-Prediction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Ali, Muhammad</dc:creator>
  <cp:lastModifiedBy>Ali, Muhammad</cp:lastModifiedBy>
  <cp:revision>1</cp:revision>
  <dcterms:created xsi:type="dcterms:W3CDTF">2026-03-08T14:36:12Z</dcterms:created>
  <dcterms:modified xsi:type="dcterms:W3CDTF">2026-03-08T14:39:22Z</dcterms:modified>
</cp:coreProperties>
</file>